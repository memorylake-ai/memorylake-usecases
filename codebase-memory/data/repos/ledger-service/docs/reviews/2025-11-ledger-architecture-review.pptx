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Ledger service — architecture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Tidewell payments platform · review held 2025-11-18</a:t>
            </a:r>
          </a:p>
          <a:p>
            <a:r>
              <a:t>Presented by Priya Raman · reviewers: platform, SRE, checkout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Postgres is the source of truth: append-only ledger_entries table, partitioned by month</a:t>
            </a:r>
          </a:p>
          <a:p>
            <a:r>
              <a:t>Amounts as integer minor units with an ISO 4217 currency column</a:t>
            </a:r>
          </a:p>
          <a:p>
            <a:r>
              <a:t>Idempotency keys for POST requests kept for 72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Rejected: Kafka as the source of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on 2025-11-18: Kafka will not be the ledger's source of truth</a:t>
            </a:r>
          </a:p>
          <a:p>
            <a:r>
              <a:t>Reason 1: the on-call rotation cannot operate a Kafka cluster</a:t>
            </a:r>
          </a:p>
          <a:p>
            <a:r>
              <a:t>Reason 2: exactly-once delivery into the ledger needs transactions we do not want to 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Chosen: transactional outbox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Events written to ledger_outbox in the same transaction as the entry</a:t>
            </a:r>
          </a:p>
          <a:p>
            <a:r>
              <a:t>Relay worker publishes every 2 seconds; consumers must be idempotent</a:t>
            </a:r>
          </a:p>
          <a:p>
            <a:r>
              <a:t>Recorded as ADR-0004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