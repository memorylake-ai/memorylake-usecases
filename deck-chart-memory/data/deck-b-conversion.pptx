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August 2026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Homepage</c:v>
                </c:pt>
                <c:pt idx="1">
                  <c:v>Tents</c:v>
                </c:pt>
                <c:pt idx="2">
                  <c:v>Backpacks</c:v>
                </c:pt>
                <c:pt idx="3">
                  <c:v>Jackets</c:v>
                </c:pt>
                <c:pt idx="4">
                  <c:v>Footwear</c:v>
                </c:pt>
                <c:pt idx="5">
                  <c:v>Sale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2.4</c:v>
                </c:pt>
                <c:pt idx="1">
                  <c:v>3.1</c:v>
                </c:pt>
                <c:pt idx="2">
                  <c:v>2.8</c:v>
                </c:pt>
                <c:pt idx="3">
                  <c:v>1.9</c:v>
                </c:pt>
                <c:pt idx="4">
                  <c:v>3.6</c:v>
                </c:pt>
                <c:pt idx="5">
                  <c:v>5.2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September 2026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Homepage</c:v>
                </c:pt>
                <c:pt idx="1">
                  <c:v>Tents</c:v>
                </c:pt>
                <c:pt idx="2">
                  <c:v>Backpacks</c:v>
                </c:pt>
                <c:pt idx="3">
                  <c:v>Jackets</c:v>
                </c:pt>
                <c:pt idx="4">
                  <c:v>Footwear</c:v>
                </c:pt>
                <c:pt idx="5">
                  <c:v>Sale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2.7</c:v>
                </c:pt>
                <c:pt idx="1">
                  <c:v>4.2</c:v>
                </c:pt>
                <c:pt idx="2">
                  <c:v>2.3</c:v>
                </c:pt>
                <c:pt idx="3">
                  <c:v>3.4</c:v>
                </c:pt>
                <c:pt idx="4">
                  <c:v>3.3</c:v>
                </c:pt>
                <c:pt idx="5">
                  <c:v>4.8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/>
            </a:pPr>
            <a:r>
              <a:t>Landing-page conversion rate (%), August vs September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1371600"/>
          <a:ext cx="1069848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Landing-page conversion rate (%), August vs September 2026</dc:title>
  <dc:subject/>
  <dc:creator>Larkhaven Outdoor growth team</dc:creator>
  <cp:keywords/>
  <dc:description/>
  <cp:lastModifiedBy>Larkhaven Outdoor growth team</cp:lastModifiedBy>
  <cp:revision>1</cp:revision>
  <dcterms:created xsi:type="dcterms:W3CDTF">2026-10-02T09:00:00Z</dcterms:created>
  <dcterms:modified xsi:type="dcterms:W3CDTF">2026-10-02T09:00:00Z</dcterms:modified>
  <cp:category/>
</cp:coreProperties>
</file>