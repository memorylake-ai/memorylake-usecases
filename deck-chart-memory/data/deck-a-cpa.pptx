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September 2026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Paid search</c:v>
                </c:pt>
                <c:pt idx="1">
                  <c:v>Paid social</c:v>
                </c:pt>
                <c:pt idx="2">
                  <c:v>Affiliate</c:v>
                </c:pt>
                <c:pt idx="3">
                  <c:v>Display</c:v>
                </c:pt>
                <c:pt idx="4">
                  <c:v>Podcast</c:v>
                </c:pt>
                <c:pt idx="5">
                  <c:v>Influencer</c:v>
                </c:pt>
                <c:pt idx="6">
                  <c:v>Email</c:v>
                </c:pt>
                <c:pt idx="7">
                  <c:v>Retargeting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46.8</c:v>
                </c:pt>
                <c:pt idx="1">
                  <c:v>57.3</c:v>
                </c:pt>
                <c:pt idx="2">
                  <c:v>31.4</c:v>
                </c:pt>
                <c:pt idx="3">
                  <c:v>88.6</c:v>
                </c:pt>
                <c:pt idx="4">
                  <c:v>64.1</c:v>
                </c:pt>
                <c:pt idx="5">
                  <c:v>49.7</c:v>
                </c:pt>
                <c:pt idx="6">
                  <c:v>12.9</c:v>
                </c:pt>
                <c:pt idx="7">
                  <c:v>26.2</c:v>
                </c:pt>
              </c:numCache>
            </c:numRef>
          </c:val>
        </c:ser>
        <c:dLbls>
          <c:numFmt formatCode="&quot;$&quot;0.00" sourceLinked="0"/>
          <c:txPr>
            <a:bodyPr/>
            <a:lstStyle/>
            <a:p>
              <a:pPr>
                <a:defRPr sz="12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Cost per acquisition by channel, September 2026 (USD)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1069848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