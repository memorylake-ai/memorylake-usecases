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September 2026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Paid search</c:v>
                </c:pt>
                <c:pt idx="1">
                  <c:v>Paid social</c:v>
                </c:pt>
                <c:pt idx="2">
                  <c:v>Affiliate</c:v>
                </c:pt>
                <c:pt idx="3">
                  <c:v>Display</c:v>
                </c:pt>
                <c:pt idx="4">
                  <c:v>Podcast</c:v>
                </c:pt>
                <c:pt idx="5">
                  <c:v>Influencer</c:v>
                </c:pt>
                <c:pt idx="6">
                  <c:v>Email</c:v>
                </c:pt>
                <c:pt idx="7">
                  <c:v>Retargeting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46.8</c:v>
                </c:pt>
                <c:pt idx="1">
                  <c:v>57.3</c:v>
                </c:pt>
                <c:pt idx="2">
                  <c:v>31.4</c:v>
                </c:pt>
                <c:pt idx="3">
                  <c:v>88.6</c:v>
                </c:pt>
                <c:pt idx="4">
                  <c:v>64.1</c:v>
                </c:pt>
                <c:pt idx="5">
                  <c:v>49.7</c:v>
                </c:pt>
                <c:pt idx="6">
                  <c:v>12.9</c:v>
                </c:pt>
                <c:pt idx="7">
                  <c:v>26.2</c:v>
                </c:pt>
              </c:numCache>
            </c:numRef>
          </c:val>
        </c:ser>
        <c:dLbls>
          <c:numFmt formatCode="&quot;$&quot;0.0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data, for anyone searching later (September 2026): Paid search $46.80; Paid social $57.30; Affiliate $31.40; Display $88.60; Podcast $64.10; Influencer $49.70; Email $12.90; Retargeting $26.20.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Cost per acquisition by channel, September 2026 (USD)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1069848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per acquisition by channel, September 2026 (USD)</dc:title>
  <dc:subject/>
  <dc:creator>Larkhaven Outdoor growth team</dc:creator>
  <cp:keywords/>
  <dc:description/>
  <cp:lastModifiedBy>Larkhaven Outdoor growth team</cp:lastModifiedBy>
  <cp:revision>1</cp:revision>
  <dcterms:created xsi:type="dcterms:W3CDTF">2026-10-02T09:00:00Z</dcterms:created>
  <dcterms:modified xsi:type="dcterms:W3CDTF">2026-10-02T09:00:00Z</dcterms:modified>
  <cp:category/>
</cp:coreProperties>
</file>