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August 2026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Tents</c:v>
                </c:pt>
                <c:pt idx="2">
                  <c:v>Backpacks</c:v>
                </c:pt>
                <c:pt idx="3">
                  <c:v>Jackets</c:v>
                </c:pt>
                <c:pt idx="4">
                  <c:v>Footwear</c:v>
                </c:pt>
                <c:pt idx="5">
                  <c:v>Sale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2.4</c:v>
                </c:pt>
                <c:pt idx="1">
                  <c:v>3.1</c:v>
                </c:pt>
                <c:pt idx="2">
                  <c:v>2.8</c:v>
                </c:pt>
                <c:pt idx="3">
                  <c:v>1.9</c:v>
                </c:pt>
                <c:pt idx="4">
                  <c:v>3.6</c:v>
                </c:pt>
                <c:pt idx="5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Tents</c:v>
                </c:pt>
                <c:pt idx="2">
                  <c:v>Backpacks</c:v>
                </c:pt>
                <c:pt idx="3">
                  <c:v>Jackets</c:v>
                </c:pt>
                <c:pt idx="4">
                  <c:v>Footwear</c:v>
                </c:pt>
                <c:pt idx="5">
                  <c:v>Sale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2.7</c:v>
                </c:pt>
                <c:pt idx="1">
                  <c:v>4.2</c:v>
                </c:pt>
                <c:pt idx="2">
                  <c:v>2.3</c:v>
                </c:pt>
                <c:pt idx="3">
                  <c:v>3.4</c:v>
                </c:pt>
                <c:pt idx="4">
                  <c:v>3.3</c:v>
                </c:pt>
                <c:pt idx="5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data, for anyone searching later (August 2026 / September 2026): Homepage 2.4% / 2.7%; Tents 3.1% / 4.2%; Backpacks 2.8% / 2.3%; Jackets 1.9% / 3.4%; Footwear 3.6% / 3.3%; Sale 5.2% / 4.8%.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Landing-page conversion rate (%), August vs September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