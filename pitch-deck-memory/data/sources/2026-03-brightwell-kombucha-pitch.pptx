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Harbor and Pine for Brightwell Kombucha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 business pitch to the Brightwell founders, March 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Sundew Tea relaunch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Sundew Tea relaunch lifted repeat purchase rate from 21 percent to 34 percent in two quarters.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Credentials: challenger beverage brands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Four challenger beverage brands launched into national grocery since 2021.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process: shopper safaris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 shopper safaris in twelve stores, week 2 positioning workshop, week 3 creative territories.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Pricing: launch fee, then retainer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fixed launch fee of 85,000 dollars, then a monthly retainer from month four.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us: one team from brief to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Strategy, creative and media buying sit in one room, so a test result reaches the next ad in days.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2026-03-brightwell-kombucha-pitch.pptx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