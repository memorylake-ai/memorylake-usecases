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Harbor and Pine for Quillpay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business pitch to the Quillpay growth team, June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Ledgerline referral campaign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Ledgerline referral campaign grew funded accounts by 48 percent in one quarter.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Credentials: regulated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Nine financial-services brands since 2018, with zero regulator takedowns.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process: three-week discovery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 customer interviews, week 2 positioning and proof points, week 3 concept test with 400 prospects.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Pricing: retainer with a performance bonus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retainer of 38,000 dollars per month plus a quarterly bonus tied to agreed growth targets.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Team: who works on Quillpay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Creative director Mara Ostend, strategy lead Priya Hollis and growth lead Jonah Reyes, named on day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2026-06-quillpay-fintech-pitch.pptx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