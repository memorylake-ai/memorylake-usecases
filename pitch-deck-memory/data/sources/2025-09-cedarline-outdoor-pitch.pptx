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Harbor and Pine for Cedarline Outdoor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business pitch to the Cedarline Outdoor marketing team, September 2025.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Credentials: outdoor and active-lifestyle brands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Eleven outdoor brands since 2019, including Trailmark Supply, Northbay Kayak and Ridgeway Packs.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Pricing: monthly retainer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retainer of 42,000 dollars per month covers strategy, creative and paid social in six markets.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Northbay Kayak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Northbay Kayak launch film reached 4.2 million views and cut cost per acquisition to 18 dollars.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process: four-week discovery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 rider interviews, week 2 positioning, week 3 concept boards, week 4 test-and-learn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Team: who works on Cedarline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Creative director Mara Ostend, strategy lead Theo Vance and paid social lead Ines Paulo.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2025-09-cedarline-outdoor-pitch.pptx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